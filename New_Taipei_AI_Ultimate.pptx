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480714378408-67cf0d13bc1b" ContentType="image/photo-1480714378408-67cf0d13bc1b"/>
  <Default Extension="photo-1449824913929-2b3a6e3586dc" ContentType="image/photo-1449824913929-2b3a6e3586dc"/>
  <Default Extension="photo-1486406146926-c627a92ad1ab" ContentType="image/photo-1486406146926-c627a92ad1ab"/>
  <Default Extension="photo-1542744173-8e7e53415bb0" ContentType="image/photo-1542744173-8e7e53415bb0"/>
  <Default Extension="photo-1618044733300-9472054094ee" ContentType="image/photo-1618044733300-9472054094ee"/>
  <Default Extension="photo-1518770660439-4636190af475" ContentType="image/photo-1518770660439-4636190af475"/>
  <Default Extension="photo-1512941937669-90a1b58e7e9c" ContentType="image/photo-1512941937669-90a1b58e7e9c"/>
  <Default Extension="photo-1503387762-592deb58ef4e" ContentType="image/photo-1503387762-592deb58ef4e"/>
  <Default Extension="photo-1563986768609-322da13575f3" ContentType="image/photo-1563986768609-322da13575f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83489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AI 智慧服務平台規劃 | 內部草案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480714378408-67cf0d13bc1b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449824913929-2b3a6e3586d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486406146926-c627a92ad1ab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42744173-8e7e53415bb0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hoto-1618044733300-9472054094ee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518770660439-4636190af475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hoto-1618044733300-9472054094ee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hoto-1449824913929-2b3a6e3586d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hoto-1512941937669-90a1b58e7e9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hoto-1503387762-592deb58ef4e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hoto-1449824913929-2b3a6e3586d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hoto-1563986768609-322da13575f3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hoto-1542744173-8e7e53415bb0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hoto-1480714378408-67cf0d13bc1b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80714378408-67cf0d13bc1b?q=80&amp;w=19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新北市城鄉發展局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智慧服務平台規劃案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DDDDD"/>
                </a:solidFill>
              </a:rPr>
              <a:t>打造「AI 中樞 + 專業分科」的智慧治理新模式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報告人：雷霸龍詹姆斯 | 2026-02-09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目錄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1. 專案背景與目標 (Why)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2. 現況痛點分析 (Problem)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3. 核心解決方案 (Solution)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4. 系統架構設計 (Architecture)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5. 關鍵技術應用 (Technology)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6. 實施階段規劃 (Roadmap)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7. 預期效益與願景 (Impact)</a:t>
            </a:r>
            <a:endParaRPr lang="en-US" sz="1600" dirty="0"/>
          </a:p>
        </p:txBody>
      </p:sp>
      <p:pic>
        <p:nvPicPr>
          <p:cNvPr id="10" name="Image 0" descr="https://images.unsplash.com/photo-1449824913929-2b3a6e3586dc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專案背景：數位轉型的必然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智慧城市趨勢：全球政府導入 AI 輔助決策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市府政策：響應「智慧新北」願景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核心理念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以 AI 輔助決策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提升行政效能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便民服務升級</a:t>
            </a:r>
            <a:endParaRPr lang="en-US" sz="1400" dirty="0"/>
          </a:p>
        </p:txBody>
      </p:sp>
      <p:pic>
        <p:nvPicPr>
          <p:cNvPr id="9" name="Image 0" descr="https://images.unsplash.com/photo-1486406146926-c627a92ad1ab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現況痛點分析 (1) - 內部行政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法規繁雜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建築法、都更條例修正頻繁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人工檢索耗時且易錯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經驗斷層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資深人員退休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審查經驗難以系統化傳承</a:t>
            </a:r>
            <a:endParaRPr lang="en-US" sz="1400" dirty="0"/>
          </a:p>
        </p:txBody>
      </p:sp>
      <p:pic>
        <p:nvPicPr>
          <p:cNvPr id="9" name="Image 0" descr="https://images.unsplash.com/photo-1542744173-8e7e53415bb0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現況痛點分析 (2) - 外部服務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民眾諮詢量大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89120" y="16459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1999 與臨櫃重複詢問基礎問題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20116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佔用專業人力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25603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資訊落差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30175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民眾看不懂專業圖資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3832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需要轉譯</a:t>
            </a:r>
            <a:endParaRPr lang="en-US" sz="1400" dirty="0"/>
          </a:p>
        </p:txBody>
      </p:sp>
      <p:pic>
        <p:nvPicPr>
          <p:cNvPr id="9" name="Image 0" descr="https://images.unsplash.com/photo-1618044733300-9472054094ee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解決方案核心：AI Hub &amp; Spoke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0" y="1828800"/>
            <a:ext cx="1828800" cy="1828800"/>
          </a:xfrm>
          <a:prstGeom prst="donu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AI Hub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(入口網)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828800" y="1371600"/>
            <a:ext cx="1097280" cy="1097280"/>
          </a:xfrm>
          <a:prstGeom prst="ellipse">
            <a:avLst/>
          </a:prstGeom>
          <a:solidFill>
            <a:srgbClr val="D9EAD3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建照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920240"/>
            <a:ext cx="731520" cy="45720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371600"/>
            <a:ext cx="1097280" cy="1097280"/>
          </a:xfrm>
          <a:prstGeom prst="ellipse">
            <a:avLst/>
          </a:prstGeom>
          <a:solidFill>
            <a:srgbClr val="D9EAD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都更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5486400" y="1920240"/>
            <a:ext cx="914400" cy="45720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4114800"/>
            <a:ext cx="1097280" cy="1097280"/>
          </a:xfrm>
          <a:prstGeom prst="ellipse">
            <a:avLst/>
          </a:prstGeom>
          <a:solidFill>
            <a:srgbClr val="D9EAD3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4114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違章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657600"/>
            <a:ext cx="0" cy="45720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548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透過「中樞分流」機制，將不同業務轉發給專業代理人。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系統架構設計 (Logical View)</a:t>
            </a:r>
            <a:endParaRPr lang="en-US" sz="2800" dirty="0"/>
          </a:p>
        </p:txBody>
      </p:sp>
      <p:pic>
        <p:nvPicPr>
          <p:cNvPr id="3" name="Image 0" descr="https://images.unsplash.com/photo-1518770660439-4636190af475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1371600"/>
            <a:ext cx="18288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37160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用戶層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(Web/App)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200400" y="1371600"/>
            <a:ext cx="2743200" cy="320040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3716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AI 核心層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(Router/LLM)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400800" y="1371600"/>
            <a:ext cx="1828800" cy="3200400"/>
          </a:xfrm>
          <a:prstGeom prst="rect">
            <a:avLst/>
          </a:prstGeom>
          <a:solidFill>
            <a:srgbClr val="FFF2CC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37160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數據層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(Vector DB/GIS)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關鍵技術 (1) - RAG 檢索增強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原理：LLM + 向量資料庫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運作流程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建立法規知識庫 (Vector DB)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用戶提問時先檢索法條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將法條餵給 AI 生成精確回答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優勢：消除幻覺，回答有憑有據</a:t>
            </a:r>
            <a:endParaRPr lang="en-US" sz="1600" dirty="0"/>
          </a:p>
        </p:txBody>
      </p:sp>
      <p:pic>
        <p:nvPicPr>
          <p:cNvPr id="9" name="Image 0" descr="https://images.unsplash.com/photo-1618044733300-9472054094ee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關鍵技術 (2) - GIS 圖資整合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痛點：AI 不懂地圖與空間資訊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解決方案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891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介接 GIS API 取得分區數據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AI 判讀建蔽率與容積率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9260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圖文對照，一目了然</a:t>
            </a:r>
            <a:endParaRPr lang="en-US" sz="1400" dirty="0"/>
          </a:p>
        </p:txBody>
      </p:sp>
      <p:pic>
        <p:nvPicPr>
          <p:cNvPr id="8" name="Image 0" descr="https://images.unsplash.com/photo-1449824913929-2b3a6e3586dc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應用場景 (1) - 智慧櫃台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服務對象：一般民眾、地政士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功能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24HR 土地使用分區查詢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簡易法規問答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案件進度主動推播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效益：分流 30% 臨櫃人潮</a:t>
            </a:r>
            <a:endParaRPr lang="en-US" sz="1600" dirty="0"/>
          </a:p>
        </p:txBody>
      </p:sp>
      <p:pic>
        <p:nvPicPr>
          <p:cNvPr id="9" name="Image 0" descr="https://images.unsplash.com/photo-1512941937669-90a1b58e7e9c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應用場景 (2) - 建照預審輔助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服務對象：建築師、審查人員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流程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891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上傳建築圖說/數據表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AI 自動檢核法規數值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9260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產出初審報告單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3474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效益：加速發照流程</a:t>
            </a:r>
            <a:endParaRPr lang="en-US" sz="1600" dirty="0"/>
          </a:p>
        </p:txBody>
      </p:sp>
      <p:pic>
        <p:nvPicPr>
          <p:cNvPr id="9" name="Image 0" descr="https://images.unsplash.com/photo-1503387762-592deb58ef4e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應用場景 (3) - 都更評估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輸入基地條件，AI 快速試算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試算內容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獎勵容積項目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建築量體模擬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初步財務可行性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效益：提升都更透明度</a:t>
            </a:r>
            <a:endParaRPr lang="en-US" sz="1600" dirty="0"/>
          </a:p>
        </p:txBody>
      </p:sp>
      <p:pic>
        <p:nvPicPr>
          <p:cNvPr id="9" name="Image 0" descr="https://images.unsplash.com/photo-1449824913929-2b3a6e3586dc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資料安全與隱私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分級架構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公開諮詢：公有雲 (Azure OpenAI)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機敏公文：地端模型 (Local LLM)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權限控管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RBAC 職級控管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完整存取 Log</a:t>
            </a:r>
            <a:endParaRPr lang="en-US" sz="1400" dirty="0"/>
          </a:p>
        </p:txBody>
      </p:sp>
      <p:pic>
        <p:nvPicPr>
          <p:cNvPr id="9" name="Image 0" descr="https://images.unsplash.com/photo-1563986768609-322da13575f3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實施階段規劃 (Roadmap)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560320" cy="1371600"/>
          </a:xfrm>
          <a:prstGeom prst="chevron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1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基礎建設 (3-6月)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0" y="1828800"/>
            <a:ext cx="2560320" cy="1371600"/>
          </a:xfrm>
          <a:prstGeom prst="chevron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2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應用擴充 (6-12月)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43600" y="1828800"/>
            <a:ext cx="2560320" cy="1371600"/>
          </a:xfrm>
          <a:prstGeom prst="chevron">
            <a:avLst/>
          </a:prstGeom>
          <a:solidFill>
            <a:srgbClr val="6699C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3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全面推廣 (12月+)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預期效益：量化指標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人力：節省 50% 基礎諮詢時間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效率：縮短 20% 案件審查週期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滿意度：提供 24/7 即時服務</a:t>
            </a:r>
            <a:endParaRPr lang="en-US" sz="1600" dirty="0"/>
          </a:p>
        </p:txBody>
      </p:sp>
      <p:pic>
        <p:nvPicPr>
          <p:cNvPr id="6" name="Image 0" descr="https://images.unsplash.com/photo-1542744173-8e7e53415bb0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結語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AI 不是取代，而是賦能。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新北市城鄉局將成為全國智慧治理的標竿。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Next Steps: 確認 POC 範圍，啟動資料盤點。</a:t>
            </a:r>
            <a:endParaRPr lang="en-US" sz="1600" dirty="0"/>
          </a:p>
        </p:txBody>
      </p:sp>
      <p:pic>
        <p:nvPicPr>
          <p:cNvPr id="6" name="Image 0" descr="https://images.unsplash.com/photo-1480714378408-67cf0d13bc1b?q=80&amp;w=192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18872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2026-02-09T05:59:09Z</dcterms:created>
  <dcterms:modified xsi:type="dcterms:W3CDTF">2026-02-09T05:59:09Z</dcterms:modified>
</cp:coreProperties>
</file>