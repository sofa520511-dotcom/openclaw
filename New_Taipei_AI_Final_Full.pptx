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photo-1480714378408-67cf0d13bc1b" ContentType="image/photo-1480714378408-67cf0d13bc1b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86325"/>
            <a:ext cx="9144000" cy="257175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9377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新北市城鄉發展局 AI 智慧服務平台規劃案 | 內部機密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hoto-1480714378408-67cf0d13bc1b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images.unsplash.com/photo-1480714378408-67cf0d13bc1b?q=80&amp;w=192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5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22860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新北市城鄉發展局\nAI 智慧服務平台規劃案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457200" y="4114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CCCCC"/>
                </a:solidFill>
              </a:rPr>
              <a:t>打造「AI 中樞 + 專業分科」的智慧治理新模式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457200" y="5943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AAAAA"/>
                </a:solidFill>
              </a:rPr>
              <a:t>報告人：雷霸龍詹姆斯 | 2026-02-09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</a:rPr>
              <a:t>1. 專案背景：數位轉型的必然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全球智慧城市發展趨勢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市府「智慧新北」賦能政策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246888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城鄉發展業務高複雜度需求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</a:rPr>
              <a:t>2. 現況痛點分析：內部行政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66CC"/>
                </a:solidFill>
              </a:rPr>
              <a:t>法規繁雜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97280" y="18288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1" marL="6858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建築法、都更條例頻繁修正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" y="219456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1" marL="6858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人工檢索耗時且易錯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66CC"/>
                </a:solidFill>
              </a:rPr>
              <a:t>人力吃緊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97280" y="32004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1" marL="6858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資深人員退休導致經驗斷層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7280" y="356616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1" marL="6858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重複性諮詢占用核心審查時間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</a:rPr>
              <a:t>3. 現況痛點分析：外部服務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1999 民眾諮詢量極大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法規用語專業難懂，資訊不對稱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246888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非辦公時間無法提供即時回饋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</a:rPr>
              <a:t>4. 核心解決方案：AI Hub &amp; Spoke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Hub (中樞)：統一入口、意圖識別、安全控管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Spoke (分科)：各專業領域 AI 代理人 (Agents)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</a:rPr>
              <a:t>5. 技術架構：邏輯視圖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使用者層 (Web/Line/App)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中樞層 (AI Router/Orchestrator)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246888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執行層 (Domain Specific Agents)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301752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數據層 (Knowledge Base/GIS)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</a:rPr>
              <a:t>6. 關鍵技術：RAG 檢索增強生成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將數萬頁法規轉化為向量索引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對答有憑有據，附帶原始法條連結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246888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解決 LLM 幻覺問題，確保回覆準確性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</a:rPr>
              <a:t>7. 關鍵技術：GIS 圖資整合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AI 具備地理空間理解能力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自動串接分區、建蔽率、容積率數據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246888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圖文結合的自動化初核流程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</a:rPr>
              <a:t>8. 應用場景：智慧櫃台 (24/7)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24小時土地使用分區快速查詢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互動式建築法規導覽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246888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民眾陳情案件進度主動回報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</a:rPr>
              <a:t>9. 應用場景：建照預審輔助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建築師上傳圖說初步法規校核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自動計算容積與退縮間距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246888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縮短 30% 以上的初審往返時間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</a:rPr>
              <a:t>10. 應用場景：都更可行性試算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基地條件一鍵導入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多種獎勵方案模擬比較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246888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提升都更推動效率與透明度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</a:rPr>
              <a:t>11. 應用場景：公文自動擬稿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來文重點自動摘要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推薦法規條文與回覆範本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246888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減輕基層人員行政負擔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</a:rPr>
              <a:t>12. 應用場景：違章判定輔助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歷史航照比對 AI 預判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自動生成認定通知書草案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246888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標準化認定作業流程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</a:rPr>
              <a:t>13. 資料安全：地端與混合雲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一般諮詢使用公有雲模型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機敏公文與個資使用地端 Local LLM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246888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確保數據不出局、不外洩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</a:rPr>
              <a:t>14. 權限控管與稽核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RBAC 職級存取控管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完整 AI 存取軌跡紀錄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246888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生成內容的人工審核機制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</a:rPr>
              <a:t>15. 實施階段 Phase 1：基礎建設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搭建 GPU 運算伺服器環境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清洗法規與歷年公文資料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246888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單一科室 POC 技術驗證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</a:rPr>
              <a:t>16. 實施階段 Phase 2：入口網建置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開發統一 AI 治理門戶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整合 GIS 與身份驗證系統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246888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擴大至三大核心科室應用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</a:rPr>
              <a:t>17. 實施階段 Phase 3：全面推廣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民眾端 AI 服務正式上線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跨局處 API 資料交換與協作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246888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全流程自動化審查模組導入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</a:rPr>
              <a:t>18. 預期效益：行政效能提升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預計節省 50% 重複諮詢時間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案件審查流程加速 20%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246888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公文撰寫效率提升 30%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</a:rPr>
              <a:t>19. 預期效益：決策與市民滿意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數據驅動的精準城市規劃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24小時不打烊的親民服務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246888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打造全台 AI 治理標竿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</a:rPr>
              <a:t>20. 結語：AI 賦能，智理城鄉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AI 不取代人，而是增強人的能力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攜手開創智慧新北新紀元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246888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Next Steps: 啟動資料盤點與 POC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2026-02-09T05:54:57Z</dcterms:created>
  <dcterms:modified xsi:type="dcterms:W3CDTF">2026-02-09T05:54:57Z</dcterms:modified>
</cp:coreProperties>
</file>