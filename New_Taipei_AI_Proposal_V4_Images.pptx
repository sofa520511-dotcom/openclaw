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photo-1480714378408-67cf0d13bc1b" ContentType="image/photo-1480714378408-67cf0d13bc1b"/>
  <Default Extension="photo-1451187580459-43490279c0fa" ContentType="image/photo-1451187580459-43490279c0fa"/>
  <Default Extension="photo-1486406146926-c627a92ad1ab" ContentType="image/photo-1486406146926-c627a92ad1ab"/>
  <Default Extension="photo-1551288049-bebda4e38f71" ContentType="image/photo-1551288049-bebda4e38f71"/>
  <Default Extension="photo-1524661135-423995f22d0b" ContentType="image/photo-1524661135-423995f22d0b"/>
  <Default Extension="photo-1497366216548-37526070297c" ContentType="image/photo-1497366216548-37526070297c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937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新北市城鄉發展局 內部規劃草案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hoto-1480714378408-67cf0d13bc1b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hoto-1451187580459-43490279c0fa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hoto-1486406146926-c627a92ad1ab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hoto-1551288049-bebda4e38f71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hoto-1451187580459-43490279c0fa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hoto-1551288049-bebda4e38f71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hoto-1524661135-423995f22d0b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hoto-1497366216548-37526070297c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hoto-1497366216548-37526070297c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480714378408-67cf0d13bc1b?q=80&amp;w=1920&amp;auto=format&amp;fit=cr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新北市城鄉發展局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AI 智慧服務平台規劃案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DDDDD"/>
                </a:solidFill>
              </a:rPr>
              <a:t>打造「AI 中樞 + 專業分科」的智慧治理新模式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57200" y="5486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CCCCC"/>
                </a:solidFill>
              </a:rPr>
              <a:t>報告人：雷霸龍詹姆斯 | 日期：2026年2月9日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451187580459-43490279c0fa?q=80&amp;w=1920&amp;auto=format&amp;fit=cr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目錄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31520" y="13716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1. 專案背景與目標 (Why)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31520" y="18288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2. 現況痛點分析 (Problem)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22860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3. 核心解決方案 (Solution)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27432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4. 系統架構設計 (Architecture)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31520" y="32004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5. 關鍵技術應用 (Technology)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" y="36576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6. 實施階段規劃 (Roadmap)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31520" y="41148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7. 預期效益與願景 (Impact)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486406146926-c627a92ad1ab?q=80&amp;w=1920&amp;auto=format&amp;fit=cr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專案背景 - 數位轉型的必然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31520" y="13716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智慧城市發展趨勢：全球政府導入 AI 輔助決策。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31520" y="18288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市府推動 AI 賦能政策：響應「智慧新北」願景。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22860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6CC"/>
                </a:solidFill>
              </a:rPr>
              <a:t>核心理念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97280" y="27432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以 AI 輔助決策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97280" y="310896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提升行政效能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97280" y="34747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便民服務升級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551288049-bebda4e38f71?q=80&amp;w=1920&amp;auto=format&amp;fit=cr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現況痛點分析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31520" y="13716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6CC"/>
                </a:solidFill>
              </a:rPr>
              <a:t>法規繁雜多變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097280" y="1828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建築法、都更條例頻繁變更，人工檢索耗時。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23774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6CC"/>
                </a:solidFill>
              </a:rPr>
              <a:t>經驗傳承斷層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97280" y="283464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資深人員退休，審查經驗難以留存。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33832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6CC"/>
                </a:solidFill>
              </a:rPr>
              <a:t>民眾諮詢量大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97280" y="384048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重複詢問基礎問題，佔用專業人力。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451187580459-43490279c0fa?q=80&amp;w=1920&amp;auto=format&amp;fit=cr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解決方案核心 - AI Hub &amp; Spoke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31520" y="13716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6CC"/>
                </a:solidFill>
              </a:rPr>
              <a:t>Hub (中樞)：AI Portal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097280" y="1828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統一入口網，負責身份驗證與任務分派。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23774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6CC"/>
                </a:solidFill>
              </a:rPr>
              <a:t>Spoke (分科)：Domain Agents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97280" y="283464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建照科 Agent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97280" y="32004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都更處 Agent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97280" y="356616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違章拆除 Agent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1520" y="41148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優勢：專業分工，大幅降低 AI 幻覺風險。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系統架構設計 (Logical View)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0" y="1371600"/>
            <a:ext cx="2743200" cy="914400"/>
          </a:xfrm>
          <a:prstGeom prst="rect">
            <a:avLst/>
          </a:prstGeom>
          <a:solidFill>
            <a:srgbClr val="E6F3FF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13716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0000"/>
                </a:solidFill>
              </a:rPr>
              <a:t>統一入口網 (Portal)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89120" y="2377440"/>
            <a:ext cx="365760" cy="731520"/>
          </a:xfrm>
          <a:prstGeom prst="downArrow">
            <a:avLst/>
          </a:prstGeom>
          <a:solidFill>
            <a:srgbClr val="CCCCCC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0" y="3200400"/>
            <a:ext cx="2743200" cy="914400"/>
          </a:xfrm>
          <a:prstGeom prst="rect">
            <a:avLst/>
          </a:prstGeom>
          <a:solidFill>
            <a:srgbClr val="FFD966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32004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0000"/>
                </a:solidFill>
              </a:rPr>
              <a:t>AI 路由中樞 (Router)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914400" y="5029200"/>
            <a:ext cx="1828800" cy="914400"/>
          </a:xfrm>
          <a:prstGeom prst="rect">
            <a:avLst/>
          </a:prstGeom>
          <a:solidFill>
            <a:srgbClr val="D9EAD3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50292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建照 Agent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657600" y="5029200"/>
            <a:ext cx="1828800" cy="914400"/>
          </a:xfrm>
          <a:prstGeom prst="rect">
            <a:avLst/>
          </a:prstGeom>
          <a:solidFill>
            <a:srgbClr val="D9EAD3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50292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都更 Agent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400800" y="5029200"/>
            <a:ext cx="1828800" cy="914400"/>
          </a:xfrm>
          <a:prstGeom prst="rect">
            <a:avLst/>
          </a:prstGeom>
          <a:solidFill>
            <a:srgbClr val="D9EAD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50292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違章 Agent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551288049-bebda4e38f71?q=80&amp;w=1920&amp;auto=format&amp;fit=cr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關鍵技術 (1) - 檢索增強生成 (RAG)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31520" y="13716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原理：LLM (大語言模型) + 向量資料庫。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31520" y="18288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運作：先檢索法規，再生成答案。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22860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優勢：答案有憑有據 (附法規出處)，可信度 100%。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524661135-423995f22d0b?q=80&amp;w=1920&amp;auto=format&amp;fit=cr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關鍵技術 (2) - GIS 圖資整合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31520" y="13716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痛點：AI 不懂地圖位置。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31520" y="18288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解法：整合 GIS API。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22860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流程：輸入地號 -&gt; 查詢分區/建蔽率 -&gt; AI 判讀法規。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497366216548-37526070297c?q=80&amp;w=1920&amp;auto=format&amp;fit=cr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實施階段規劃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31520" y="13716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6CC"/>
                </a:solidFill>
              </a:rPr>
              <a:t>Phase 1: 基礎建設 (3-6月)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097280" y="1828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搭建運算環境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97280" y="219456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POC 驗證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27432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6CC"/>
                </a:solidFill>
              </a:rPr>
              <a:t>Phase 2: 應用擴充 (6-12月)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097280" y="32004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入口網開發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97280" y="356616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GIS 介接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1520" y="41148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6CC"/>
                </a:solidFill>
              </a:rPr>
              <a:t>Phase 3: 全面推廣 (12月+)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097280" y="45720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民眾服務上線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97280" y="493776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跨局處整合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497366216548-37526070297c?q=80&amp;w=1920&amp;auto=format&amp;fit=cr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結語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AI 不是取代承辦人，而是成為最強的助手。</a:t>
            </a:r>
            <a:endParaRPr lang="en-US" sz="2400" dirty="0"/>
          </a:p>
          <a:p>
            <a:pPr algn="ctr" indent="0" marL="0">
              <a:buNone/>
            </a:pP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讓我們攜手打造更智慧、更宜居的新北。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2026-02-09T05:30:42Z</dcterms:created>
  <dcterms:modified xsi:type="dcterms:W3CDTF">2026-02-09T05:30:42Z</dcterms:modified>
</cp:coreProperties>
</file>