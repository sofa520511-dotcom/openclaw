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9144000" cy="914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新北市城鄉發展局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智慧服務平台規劃案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打造「AI 中樞 + 專業分科」的智慧治理新模式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報告人：雷霸龍詹姆斯 | 日期：2026年2月6日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Page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新北市城鄉發展局 內部規劃草案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現況與挑戰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560320" cy="32004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法規繁雜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建築法、都更條例、各區細設變更頻繁，人工檢索極度耗時。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560320" cy="32004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人力吃緊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民眾諮詢量大，承辦人需重複回答相同基礎問題，壓縮審查時間。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32004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</a:rPr>
              <a:t>經驗傳承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資深同仁退休，審查經驗與眉角難以系統化留存，新人上手慢。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Page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新北市城鄉發展局 內部規劃草案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核心架構 - AI Hub &amp; Spoke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645920"/>
            <a:ext cx="2743200" cy="914400"/>
          </a:xfrm>
          <a:prstGeom prst="roundRect">
            <a:avLst/>
          </a:prstGeom>
          <a:solidFill>
            <a:srgbClr val="E6F3FF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統一入口網 (AI Portal)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9120" y="2651760"/>
            <a:ext cx="365760" cy="54864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3291840"/>
            <a:ext cx="2743200" cy="1097280"/>
          </a:xfrm>
          <a:prstGeom prst="hexagon">
            <a:avLst/>
          </a:prstGeom>
          <a:solidFill>
            <a:srgbClr val="FFD966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291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智慧意圖路由 (Router)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 rot="2700000">
            <a:off x="1828800" y="4480560"/>
            <a:ext cx="365760" cy="54864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4480560"/>
            <a:ext cx="365760" cy="54864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4" name="Shape 12"/>
          <p:cNvSpPr/>
          <p:nvPr/>
        </p:nvSpPr>
        <p:spPr>
          <a:xfrm rot="18900000">
            <a:off x="6949440" y="4480560"/>
            <a:ext cx="365760" cy="54864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5120640"/>
            <a:ext cx="2011680" cy="914400"/>
          </a:xfrm>
          <a:prstGeom prst="rect">
            <a:avLst/>
          </a:prstGeom>
          <a:solidFill>
            <a:srgbClr val="D9EAD3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120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建照審查 Agent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66160" y="5120640"/>
            <a:ext cx="2011680" cy="914400"/>
          </a:xfrm>
          <a:prstGeom prst="rect">
            <a:avLst/>
          </a:prstGeom>
          <a:solidFill>
            <a:srgbClr val="D9EAD3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5120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都更諮詢 Agent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400800" y="5120640"/>
            <a:ext cx="2011680" cy="914400"/>
          </a:xfrm>
          <a:prstGeom prst="rect">
            <a:avLst/>
          </a:prstGeom>
          <a:solidFill>
            <a:srgbClr val="D9EAD3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120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違章判定 Agent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Page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新北市城鄉發展局 內部規劃草案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系統功能亮點 (1) - 智慧法規諮詢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傳統關鍵字搜尋 vs RAG 技術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傳統：輸入「容積率」，回傳 100 條法規連結，自己慢慢看。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• AI RAG：輸入「這塊地可以蓋多少？」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AI 自動執行：</a:t>
            </a:r>
            <a:endParaRPr lang="en-US" sz="24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1. 查詢分區 (GIS)</a:t>
            </a:r>
            <a:endParaRPr lang="en-US" sz="24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2. 檢索該分區容積規定 (Knowledge Base)</a:t>
            </a:r>
            <a:endParaRPr lang="en-US" sz="24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3. 檢核前後院退縮、限高 (Rule Engine)</a:t>
            </a:r>
            <a:endParaRPr lang="en-US" sz="24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CC0000"/>
                </a:solidFill>
              </a:rPr>
              <a:t>  4. 生成「白話文」報告給承辦人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200400" cy="4572000"/>
          </a:xfrm>
          <a:prstGeom prst="rect">
            <a:avLst/>
          </a:prstGeom>
          <a:solidFill>
            <a:srgbClr val="EEEEEE"/>
          </a:solidFill>
          <a:ln w="12700">
            <a:solidFill>
              <a:srgbClr val="99999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669280" y="32004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請在此處貼上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GIS 系統或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現有查詢介面截圖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Page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新北市城鄉發展局 內部規劃草案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分階段實施計畫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560320" cy="1371600"/>
          </a:xfrm>
          <a:prstGeom prst="chevron">
            <a:avLst/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1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概念驗證 (POC)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選擇單一痛點科室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導入法規 RAG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驗證準確度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1371600"/>
          </a:xfrm>
          <a:prstGeom prst="chevron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4688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2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入口網建置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9184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搭建 Hub 平台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整合 GIS 圖台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串接身份驗證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560320" cy="1371600"/>
          </a:xfrm>
          <a:prstGeom prst="chevron">
            <a:avLst/>
          </a:prstGeom>
          <a:solidFill>
            <a:srgbClr val="6699C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4688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3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全面推廣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擴充至所有科室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建立完整 AI 生態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公民服務上線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2026-02-09T04:04:59Z</dcterms:created>
  <dcterms:modified xsi:type="dcterms:W3CDTF">2026-02-09T04:04:59Z</dcterms:modified>
</cp:coreProperties>
</file>