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# 新北市城鄉發展局 AI 智慧服務平台規劃案.md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幻燈片 1：封面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主標題： 新北市城鄉發展局 AI 智慧服務平台規劃案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副標題： 打造「AI 中樞 + 專業分科」的智慧治理新模式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報告人： 雷霸龍詹姆斯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日期： 2026年2月6日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幻燈片 2：現況與挑戰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痛點分析：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法規繁雜： 建築法、都更條例、各區都計細設，人工檢索耗時。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人力吃緊： 民眾諮詢量大，承辦人重複回答相同問題。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經驗傳承不易： 資深同仁退休，審查經驗難以系統化留存。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目標： 透過 AI 賦能，提升行政效率，落實智慧治理。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幻燈片 3：核心架構 - AI Hub &amp; Spoke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設計理念： 統一入口，專業分工。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架構圖示：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入口網 (AI Portal)： 單一登入，統一對話介面。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智慧路由 (Router)： 識別意圖 → 分派給專科 AI。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專業分科模型 (Agents)： 建照科、都更處、城鄉科...各司其職。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幻燈片 4：系統功能亮點 (1)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智慧法規諮詢 (RAG 技術)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不只是關鍵字搜尋，而是「語意理解」。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情境： 「這塊地可以蓋多少？」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AI 動作： 查詢分區 → 計算容積 → 檢核退縮規定 → 生成回答。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幻燈片 5：系統功能亮點 (2)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公文自動化輔助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來文摘要： 自動抓取陳情重點，建議分辦科室。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擬稿輔助： 針對常見案件（如違建檢舉回覆），自動生成公文草稿，承辦人僅需確認。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幻燈片 6：技術架構堆疊 (Tech Stack)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前端 (Frontend)： React / Vue (整合 GIS 圖台)。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中台 (Orchestration)： **n8n / LangChain** (流程自動化與路由)。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知識庫 (Knowledge Base)： **AnythingLLM / Dify** (管理法規向量數據)。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模型層 (LLM)： Azure OpenAI (一般諮詢) + Local LLM (機敏資料落地)。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幻燈片 7：分階段實施計畫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Phase 1：概念驗證 (POC)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選擇單一科室（如：建照科）。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導入法規 RAG，測試問答準確度。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Phase 2：入口網建置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搭建 Hub 平台，整合 GIS 系統。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Phase 3：全面推廣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擴充至所有科室，建立完整 AI 生態系。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幻燈片 8：預期效益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效率提升： 減少 50% 基礎諮詢時間。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決策輔助： 提供數據化、法規依據明確的決策建議。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便民服務： 24 小時 AI 櫃台，即時回應民眾需求。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幻燈片 9：結語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AI 不會取代承辦人，而是成為最強的助手。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新北都發局，將引領全國智慧治理新標竿。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2026-02-06T23:48:37Z</dcterms:created>
  <dcterms:modified xsi:type="dcterms:W3CDTF">2026-02-06T23:48:37Z</dcterms:modified>
</cp:coreProperties>
</file>