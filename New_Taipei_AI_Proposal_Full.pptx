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內部規劃草案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新北市城鄉發展局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AI 智慧服務平台規劃案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打造「AI 中樞 + 專業分科」的智慧治理新模式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報告人：雷霸龍詹姆斯 | 日期：2026年2月9日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目錄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專案背景與目標 (Why)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現況痛點分析 (Problem)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核心解決方案 (Solution)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系統架構設計 (Architecture)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5. 關鍵技術應用 (Technology)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實施階段規劃 (Roadmap)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7. 預期效益與願景 (Impact)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專案背景 - 數位轉型的必然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智慧城市發展趨勢：全球政府導入 AI 輔助決策。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市府推動 AI 賦能政策：響應「智慧新北」願景。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城鄉發展業務複雜性：法規多、圖資多、專業門檻高。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核心理念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以 AI 輔助決策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提升行政效能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便民服務升級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現況痛點 (1) - 內部行政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法規繁雜多變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建築法、都更條例、各區細設變更頻繁。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人工檢索與比對耗時，容易遺漏。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經驗傳承斷層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資深人員退休，審查眉角 (Know-how) 難以留存。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新人上手期長，訓練成本高。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跨科室協作成本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案件常涉及多科室（建照、都計、測量）。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937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資訊孤島效應，溝通往返費時。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現況痛點 (2) - 外部服務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民眾諮詢量大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1999 與臨櫃重複詢問基礎問題 (容積率、分區)。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佔用專業人力處理重複性問題。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資訊落差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民眾看不懂專業圖資與法條，需要轉譯。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服務時間限制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僅限上班時間提供諮詢，無法滿足即時需求。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解決方案核心 - AI Hub &amp; Spoke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Hub (中樞)：AI Portal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統一入口網，負責身份驗證 (SSO)。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意圖識別 (Intent Recognition)。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任務分派 (Dispatcher)。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Spoke (分科)：Domain Agents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建照科 Agent：專精建築法規。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都更處 Agent：專精都更條例。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違章 Agent：專精違建認定。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優勢：避免單一大模型幻覺，專業問題由專業模型回答。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系統架構設計 (Logical View)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828800" cy="36576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333333"/>
                </a:solidFill>
              </a:rPr>
              <a:t>使用者層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333333"/>
                </a:solidFill>
              </a:rPr>
              <a:t>(Web/App/Line)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1371600" cy="3657600"/>
          </a:xfrm>
          <a:prstGeom prst="rect">
            <a:avLst/>
          </a:prstGeom>
          <a:solidFill>
            <a:srgbClr val="DDEE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371600"/>
            <a:ext cx="1371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3366"/>
                </a:solidFill>
              </a:rPr>
              <a:t>接入層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3366"/>
                </a:solidFill>
              </a:rPr>
              <a:t>(Gateway)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FFD96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核心層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(Router/Orchestrator)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29200" y="3657600"/>
            <a:ext cx="822960" cy="13716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6576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建照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3657600"/>
            <a:ext cx="822960" cy="13716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36576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都更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3657600"/>
            <a:ext cx="822960" cy="1371600"/>
          </a:xfrm>
          <a:prstGeom prst="rect">
            <a:avLst/>
          </a:prstGeom>
          <a:solidFill>
            <a:srgbClr val="D9EAD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365760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違章 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1828800" cy="3657600"/>
          </a:xfrm>
          <a:prstGeom prst="rect">
            <a:avLst/>
          </a:prstGeom>
          <a:solidFill>
            <a:srgbClr val="EFEFE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3716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333333"/>
                </a:solidFill>
              </a:rPr>
              <a:t>數據層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333333"/>
                </a:solidFill>
              </a:rPr>
              <a:t>(Vector DB/GIS)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(1) - 檢索增強生成 (RAG)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原理：LLM (大語言模型) + 向量資料庫 (Vector DB)。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運作：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Step 1: 知識庫建置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將數萬頁法規、解釋函令、過往公文進行向量化。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Step 2: 精準回答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當用戶提問時，先檢索相關法條。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將「問題 + 相關法條」一起餵給 AI 生成答案。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優勢：答案有憑有據 (附上法規出處)，可信度 100%，消除 AI 幻覺。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(2) - 意圖識別路由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功能：如同總機，準確判斷使用者問題類別，轉接給對的專家。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情境範例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"這塊地可以蓋幾樓？" -&gt; Router 轉發 -&gt; 建照科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"我家想做老屋重建" -&gt; Router 轉發 -&gt; 都更處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"隔壁在亂蓋違建" -&gt; Router 轉發 -&gt; 違章拆除大隊 Agent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(3) - GIS 圖資整合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痛點：傳統 AI 只能讀文字，不懂地圖位置資訊。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解法：整合 GIS API 與圖資系統。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處理流程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用戶輸入地號或地址。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2. 系統背景呼叫 GIS，取得分區、建蔽率、容積率數據。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3. 將地理數據結構化，餵給 AI 進行法規判斷。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應用場景 (1) - 智慧櫃台 (對外)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服務對象：一般民眾、建築師、地政士。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服務時間：24小時全年無休。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核心功能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土地使用分區快速查詢 (結合 Line Bot)。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簡易建築法規問答 (如：陽台補登、裝修申請)。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申請案件進度即時查詢。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效益：預計減少 30% 臨櫃基礎諮詢量。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應用場景 (2) - 審查輔助 (對內)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服務對象：局內承辦人員、審查委員。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建照預審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建築師上傳圖說/數據表。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AI 初步檢核法規符合度 (建蔽/容積/高度/退縮)。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產出初審檢核表，標示潛在錯誤。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都更評估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輸入基地條件，AI 快速試算獎勵容積範圍。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應用場景 (3) - 公文輔助 (對內)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來文摘要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自動生成陳情案件摘要，快速掌握重點 (人/事/時/地/物)。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擬稿建議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針對常見類型公文 (如違建檢舉回覆)，AI 生成回覆草稿。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承辦人僅需微調確認，大幅縮短撰寫時間。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法規比對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撰寫公文時，自動推薦相關法條依據，避免引用錯誤。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資料安全與隱私規劃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分級架構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對外公開資料 (法規/網站資訊) -&gt; 使用公有雲 (Azure OpenAI)，效能優先。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對內機敏資料 (公文/個資/圖說) -&gt; 使用地端模型 (Local LLM)，資料不出內網。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權限控管 (RBAC)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依據職級 (局長/科長/承辦) 設定資料存取權限。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所有 AI 存取與生成紀錄皆留存 Log 備查。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實施階段 Phase 1 - 基礎建設期 (3-6個月)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目標：驗證技術可行性，建立基礎設施。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工作重點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搭建 AI 運算基礎環境 (GPU Server 採購與建置)。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整理並清洗核心法規資料，建置向量資料庫 (Vector DB)。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POC 試點：選擇單一業務 (如：建照法規查詢) 進行驗證。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實施階段 Phase 2 - 應用擴充期 (6-12個月)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目標：完成核心系統開發，內部試營運。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工作重點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完成「統一入口網」平台開發。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介接 GIS 圖資系統 API。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擴充至 3 個主要科室 Agent (建照、都更、城鄉)。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開放內部人員試用與回饋優化。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實施階段 Phase 3 - 全面推廣期 (12個月+)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目標：服務對外上線，建立完整生態系。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工作重點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開放民眾端服務 (Line 官方帳號 / Web)。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導入進階功能 (AI 圖說辨識、自動審查模組)。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跨局處 API 介接 (如：地政局、工務局)，達到跨機關資料串聯。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預期量化效益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人力節省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減少 50% 基礎諮詢時間，讓承辦人回歸核心審查業務。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效率提升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縮短 20% 公文處理與案件審查時間，加速發照速度。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服務滿意度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提供 24/7 即時回應，提升市民對市府服務的滿意度。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預期質化效益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知識資產化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將資深同仁的隱性經驗，轉化為 AI 知識庫，永續傳承。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決策科學化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提供數據化、法規依據明確的決策建議，降低人為判斷誤差。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形象提升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打造全台首個「AI 驅動」的城鄉發展局，展現創新治理形象。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結語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800"/>
                </a:solidFill>
              </a:rPr>
              <a:t>AI 不是取代承辦人，而是成為最強的助手。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下一步建議：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確認 POC 範圍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盤點法規資料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啟動技術驗證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2026-02-09T05:06:16Z</dcterms:created>
  <dcterms:modified xsi:type="dcterms:W3CDTF">2026-02-09T05:06:16Z</dcterms:modified>
</cp:coreProperties>
</file>