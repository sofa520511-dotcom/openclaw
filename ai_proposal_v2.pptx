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新北市城鄉發展局 AI 智慧服務平台規劃案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打造「AI 中樞 + 專業分科」的智慧治理新模式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報告人：雷霸龍詹姆斯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日期：2026年2月6日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現況與挑戰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痛點分析：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法規繁雜：建築法、都更條例、各區都計細設，人工檢索耗時。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人力吃緊：民眾諮詢量大，承辦人重複回答相同問題。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經驗傳承不易：資深同仁退休，審查經驗難以系統化留存。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目標：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透過 AI 賦能，提升行政效率，落實智慧治理。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核心架構 - AI Hub &amp; Spoke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設計理念：統一入口，專業分工。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架構圖示：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1. 入口網 (AI Portal)：單一登入，統一對話介面。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2. 智慧路由 (Router)：識別意圖 → 分派給專科 AI。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3. 專業分科模型 (Agents)：建照科、都更處、城鄉科...各司其職。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系統功能亮點 (1) - 智慧法規諮詢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RAG 技術應用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不只是關鍵字搜尋，而是「語意理解」。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情境範例：</a:t>
            </a:r>
            <a:endParaRPr lang="en-US" sz="1800" dirty="0"/>
          </a:p>
          <a:p>
            <a:pPr lvl="1"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民眾問：「這塊地可以蓋多少？」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AI 動作：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C0000"/>
                </a:solidFill>
              </a:rPr>
              <a:t>查詢分區 → 計算容積 → 檢核退縮規定 → 生成回答。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系統功能亮點 (2) - 公文自動化輔助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來文摘要：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自動抓取陳情重點（人、事、時、地、物），建議分辦科室。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擬稿輔助：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針對常見案件（如違建檢舉回覆），自動生成公文草稿，承辦人僅需確認。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技術架構堆疊 (Tech Stack)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前端 (Frontend)：React / Vue (整合 GIS 圖台)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中台 (Orchestration)：n8n / LangChain (流程自動化與路由)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知識庫 (Knowledge Base)：AnythingLLM / Dify (管理法規向量數據)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模型層 (LLM)：Azure OpenAI (一般諮詢) + Local LLM (機敏資料落地)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分階段實施計畫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Phase 1：概念驗證 (POC)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選擇單一科室（如：建照科），導入法規 RAG，測試問答準確度。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Phase 2：入口網建置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搭建 Hub 平台，整合 GIS 系統。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Phase 3：全面推廣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擴充至所有科室，建立完整 AI 生態系。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結語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8800"/>
                </a:solidFill>
              </a:rPr>
              <a:t>AI 不會取代承辦人，而是成為最強的助手。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endParaRPr lang="en-US" sz="24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新北都發局，將引領全國智慧治理新標竿。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2026-02-06T23:55:16Z</dcterms:created>
  <dcterms:modified xsi:type="dcterms:W3CDTF">2026-02-06T23:55:16Z</dcterms:modified>
</cp:coreProperties>
</file>